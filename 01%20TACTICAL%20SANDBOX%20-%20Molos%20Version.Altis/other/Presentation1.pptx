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3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494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5358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617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5421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5113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7260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6591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7643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3099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1243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90237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0625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69565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63312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89941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141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344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63092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18" Type="http://schemas.openxmlformats.org/officeDocument/2006/relationships/image" Target="../media/image18.sv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png"/><Relationship Id="rId2" Type="http://schemas.openxmlformats.org/officeDocument/2006/relationships/image" Target="../media/image2.jpg"/><Relationship Id="rId16" Type="http://schemas.openxmlformats.org/officeDocument/2006/relationships/image" Target="../media/image16.svg"/><Relationship Id="rId20" Type="http://schemas.openxmlformats.org/officeDocument/2006/relationships/image" Target="../media/image20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24" Type="http://schemas.openxmlformats.org/officeDocument/2006/relationships/image" Target="../media/image24.sv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10" Type="http://schemas.openxmlformats.org/officeDocument/2006/relationships/image" Target="../media/image10.svg"/><Relationship Id="rId19" Type="http://schemas.openxmlformats.org/officeDocument/2006/relationships/image" Target="../media/image19.pn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Relationship Id="rId22" Type="http://schemas.openxmlformats.org/officeDocument/2006/relationships/image" Target="../media/image2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2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254000" y="279400"/>
            <a:ext cx="11675533" cy="6341533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98007B-0909-4E51-B563-BB6E7F05636A}"/>
              </a:ext>
            </a:extLst>
          </p:cNvPr>
          <p:cNvSpPr txBox="1"/>
          <p:nvPr/>
        </p:nvSpPr>
        <p:spPr>
          <a:xfrm>
            <a:off x="302520" y="183067"/>
            <a:ext cx="7425588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9900" b="1" dirty="0" err="1">
                <a:ln w="22225">
                  <a:solidFill>
                    <a:schemeClr val="bg2">
                      <a:lumMod val="75000"/>
                    </a:schemeClr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>
                  <a:glow rad="139700">
                    <a:schemeClr val="accent1">
                      <a:satMod val="175000"/>
                      <a:alpha val="40000"/>
                    </a:schemeClr>
                  </a:glow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Haettenschweiler" panose="020B0706040902060204" pitchFamily="34" charset="0"/>
                <a:cs typeface="Cascadia Code" panose="020B0609020000020004" pitchFamily="49" charset="0"/>
              </a:rPr>
              <a:t>Tactical</a:t>
            </a:r>
            <a:r>
              <a:rPr lang="fr-FR" sz="19900" b="1" dirty="0">
                <a:ln w="22225">
                  <a:solidFill>
                    <a:schemeClr val="bg2">
                      <a:lumMod val="75000"/>
                    </a:schemeClr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>
                  <a:glow rad="139700">
                    <a:schemeClr val="accent1">
                      <a:satMod val="175000"/>
                      <a:alpha val="40000"/>
                    </a:schemeClr>
                  </a:glow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Haettenschweiler" panose="020B0706040902060204" pitchFamily="34" charset="0"/>
                <a:cs typeface="Cascadia Code" panose="020B0609020000020004" pitchFamily="49" charset="0"/>
              </a:rPr>
              <a:t> </a:t>
            </a:r>
          </a:p>
          <a:p>
            <a:pPr algn="ctr"/>
            <a:r>
              <a:rPr lang="fr-FR" sz="19900" b="1" dirty="0" err="1">
                <a:ln w="22225">
                  <a:solidFill>
                    <a:schemeClr val="bg2">
                      <a:lumMod val="75000"/>
                    </a:schemeClr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>
                  <a:glow rad="139700">
                    <a:schemeClr val="accent1">
                      <a:satMod val="175000"/>
                      <a:alpha val="40000"/>
                    </a:schemeClr>
                  </a:glow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Haettenschweiler" panose="020B0706040902060204" pitchFamily="34" charset="0"/>
                <a:cs typeface="Cascadia Code" panose="020B0609020000020004" pitchFamily="49" charset="0"/>
              </a:rPr>
              <a:t>Sandbox</a:t>
            </a:r>
            <a:endParaRPr lang="fr-FR" sz="19900" b="1" dirty="0">
              <a:ln w="22225">
                <a:solidFill>
                  <a:schemeClr val="bg2">
                    <a:lumMod val="75000"/>
                  </a:schemeClr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>
                <a:glow rad="139700">
                  <a:schemeClr val="accent1">
                    <a:satMod val="175000"/>
                    <a:alpha val="40000"/>
                  </a:schemeClr>
                </a:glow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Haettenschweiler" panose="020B0706040902060204" pitchFamily="34" charset="0"/>
              <a:cs typeface="Cascadia Code" panose="020B0609020000020004" pitchFamily="49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78394" y="735663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78392" y="433875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578393" y="2519631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578393" y="3450233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206462" y="4955706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27251" y="2235723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578392" y="5251151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214743" y="405878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230019" y="3132642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578393" y="1627647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227253" y="1338804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F901145-1DA2-41B0-9177-3DD51BB8069D}"/>
              </a:ext>
            </a:extLst>
          </p:cNvPr>
          <p:cNvSpPr/>
          <p:nvPr/>
        </p:nvSpPr>
        <p:spPr>
          <a:xfrm rot="5400000">
            <a:off x="5362373" y="2644170"/>
            <a:ext cx="5793574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9600" dirty="0" err="1">
                <a:ln w="28575">
                  <a:solidFill>
                    <a:schemeClr val="bg2"/>
                  </a:solidFill>
                </a:ln>
                <a:solidFill>
                  <a:schemeClr val="accent5">
                    <a:lumMod val="20000"/>
                    <a:lumOff val="80000"/>
                  </a:schemeClr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</a:effectLst>
                <a:latin typeface="Bahnschrift SemiBold Condensed" panose="020B0502040204020203" pitchFamily="34" charset="0"/>
              </a:rPr>
              <a:t>Molos</a:t>
            </a:r>
            <a:r>
              <a:rPr lang="fr-FR" sz="9600" dirty="0">
                <a:ln w="28575">
                  <a:solidFill>
                    <a:schemeClr val="bg2"/>
                  </a:solidFill>
                </a:ln>
                <a:solidFill>
                  <a:schemeClr val="accent5">
                    <a:lumMod val="20000"/>
                    <a:lumOff val="80000"/>
                  </a:schemeClr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</a:effectLst>
                <a:latin typeface="Bahnschrift SemiBold Condensed" panose="020B0502040204020203" pitchFamily="34" charset="0"/>
              </a:rPr>
              <a:t> Version</a:t>
            </a:r>
          </a:p>
        </p:txBody>
      </p:sp>
    </p:spTree>
    <p:extLst>
      <p:ext uri="{BB962C8B-B14F-4D97-AF65-F5344CB8AC3E}">
        <p14:creationId xmlns:p14="http://schemas.microsoft.com/office/powerpoint/2010/main" val="2637328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447253" y="1091008"/>
            <a:ext cx="6096000" cy="4524315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Manage your operations from A to Z from the HQ. Solo or Coop (1-10 players). The game loop: EQUIPMENT: Choose weapons, vehicles (ground/air) and recruit your AI allies. </a:t>
            </a:r>
          </a:p>
          <a:p>
            <a:r>
              <a:rPr lang="en-US" sz="2000" dirty="0">
                <a:solidFill>
                  <a:srgbClr val="FFC000"/>
                </a:solidFill>
                <a:latin typeface="Consolas" panose="020B0609020204030204" pitchFamily="49" charset="0"/>
              </a:rPr>
              <a:t>SETTINGS: </a:t>
            </a:r>
            <a:r>
              <a:rPr lang="en-US" sz="2000" dirty="0">
                <a:latin typeface="Consolas" panose="020B0609020204030204" pitchFamily="49" charset="0"/>
              </a:rPr>
              <a:t>Adjust time and weather according to your strategy. </a:t>
            </a:r>
          </a:p>
          <a:p>
            <a:r>
              <a:rPr lang="en-US" sz="2000" dirty="0">
                <a:solidFill>
                  <a:srgbClr val="FFC000"/>
                </a:solidFill>
                <a:latin typeface="Consolas" panose="020B0609020204030204" pitchFamily="49" charset="0"/>
              </a:rPr>
              <a:t>OBJECTIVE: </a:t>
            </a:r>
            <a:r>
              <a:rPr lang="en-US" sz="2000" dirty="0">
                <a:latin typeface="Consolas" panose="020B0609020204030204" pitchFamily="49" charset="0"/>
              </a:rPr>
              <a:t>Activate dynamic and stackable missions (assassination, destruction...). </a:t>
            </a:r>
          </a:p>
          <a:p>
            <a:r>
              <a:rPr lang="en-US" sz="2000" dirty="0">
                <a:solidFill>
                  <a:srgbClr val="FFC000"/>
                </a:solidFill>
                <a:latin typeface="Consolas" panose="020B0609020204030204" pitchFamily="49" charset="0"/>
              </a:rPr>
              <a:t>ACTION: </a:t>
            </a:r>
            <a:r>
              <a:rPr lang="en-US" sz="2000" dirty="0">
                <a:latin typeface="Consolas" panose="020B0609020204030204" pitchFamily="49" charset="0"/>
              </a:rPr>
              <a:t>Deploy, fight and return to HQ. COMPATIBILITY with essential mods: RHS, CUP, TMT, R3F, </a:t>
            </a:r>
            <a:r>
              <a:rPr lang="en-US" sz="2000" dirty="0" err="1">
                <a:latin typeface="Consolas" panose="020B0609020204030204" pitchFamily="49" charset="0"/>
              </a:rPr>
              <a:t>BWMod</a:t>
            </a:r>
            <a:r>
              <a:rPr lang="en-US" sz="2000" dirty="0">
                <a:latin typeface="Consolas" panose="020B0609020204030204" pitchFamily="49" charset="0"/>
              </a:rPr>
              <a:t>, FFAA, VME PLA, </a:t>
            </a:r>
            <a:r>
              <a:rPr lang="en-US" sz="2000" dirty="0" err="1">
                <a:latin typeface="Consolas" panose="020B0609020204030204" pitchFamily="49" charset="0"/>
              </a:rPr>
              <a:t>NIArms</a:t>
            </a:r>
            <a:r>
              <a:rPr lang="en-US" sz="2000" dirty="0">
                <a:latin typeface="Consolas" panose="020B0609020204030204" pitchFamily="49" charset="0"/>
              </a:rPr>
              <a:t>...&lt;/English&gt;</a:t>
            </a:r>
            <a:endParaRPr lang="fr-FR" sz="20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6294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447253" y="1074509"/>
            <a:ext cx="6096000" cy="483209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</a:t>
            </a:r>
          </a:p>
          <a:p>
            <a:r>
              <a:rPr lang="fr-FR" sz="2000" dirty="0" err="1">
                <a:latin typeface="Consolas" panose="020B0609020204030204" pitchFamily="49" charset="0"/>
              </a:rPr>
              <a:t>Operasyonlarınızı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A’dan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Z’ye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Karargah’tan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yönetin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  <a:r>
              <a:rPr lang="fr-FR" sz="2000" dirty="0" err="1">
                <a:latin typeface="Consolas" panose="020B0609020204030204" pitchFamily="49" charset="0"/>
              </a:rPr>
              <a:t>Tekli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veya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İşbirliği</a:t>
            </a:r>
            <a:r>
              <a:rPr lang="fr-FR" sz="2000" dirty="0">
                <a:latin typeface="Consolas" panose="020B0609020204030204" pitchFamily="49" charset="0"/>
              </a:rPr>
              <a:t> (1-10 </a:t>
            </a:r>
            <a:r>
              <a:rPr lang="fr-FR" sz="2000" dirty="0" err="1">
                <a:latin typeface="Consolas" panose="020B0609020204030204" pitchFamily="49" charset="0"/>
              </a:rPr>
              <a:t>oyuncu</a:t>
            </a:r>
            <a:r>
              <a:rPr lang="fr-FR" sz="2000" dirty="0">
                <a:latin typeface="Consolas" panose="020B0609020204030204" pitchFamily="49" charset="0"/>
              </a:rPr>
              <a:t>). </a:t>
            </a:r>
            <a:r>
              <a:rPr lang="fr-FR" sz="2000" dirty="0" err="1">
                <a:latin typeface="Consolas" panose="020B0609020204030204" pitchFamily="49" charset="0"/>
              </a:rPr>
              <a:t>Oyun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döngüsü</a:t>
            </a:r>
            <a:r>
              <a:rPr lang="fr-FR" sz="2000" dirty="0">
                <a:latin typeface="Consolas" panose="020B0609020204030204" pitchFamily="49" charset="0"/>
              </a:rPr>
              <a:t>: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EKİPMAN: </a:t>
            </a:r>
            <a:r>
              <a:rPr lang="fr-FR" sz="2000" dirty="0" err="1">
                <a:latin typeface="Consolas" panose="020B0609020204030204" pitchFamily="49" charset="0"/>
              </a:rPr>
              <a:t>Silahları</a:t>
            </a:r>
            <a:r>
              <a:rPr lang="fr-FR" sz="2000" dirty="0">
                <a:latin typeface="Consolas" panose="020B0609020204030204" pitchFamily="49" charset="0"/>
              </a:rPr>
              <a:t>, </a:t>
            </a:r>
            <a:r>
              <a:rPr lang="fr-FR" sz="2000" dirty="0" err="1">
                <a:latin typeface="Consolas" panose="020B0609020204030204" pitchFamily="49" charset="0"/>
              </a:rPr>
              <a:t>araçları</a:t>
            </a:r>
            <a:r>
              <a:rPr lang="fr-FR" sz="2000" dirty="0">
                <a:latin typeface="Consolas" panose="020B0609020204030204" pitchFamily="49" charset="0"/>
              </a:rPr>
              <a:t> (</a:t>
            </a:r>
            <a:r>
              <a:rPr lang="fr-FR" sz="2000" dirty="0" err="1">
                <a:latin typeface="Consolas" panose="020B0609020204030204" pitchFamily="49" charset="0"/>
              </a:rPr>
              <a:t>kara</a:t>
            </a:r>
            <a:r>
              <a:rPr lang="fr-FR" sz="2000" dirty="0">
                <a:latin typeface="Consolas" panose="020B0609020204030204" pitchFamily="49" charset="0"/>
              </a:rPr>
              <a:t>/hava) </a:t>
            </a:r>
            <a:r>
              <a:rPr lang="fr-FR" sz="2000" dirty="0" err="1">
                <a:latin typeface="Consolas" panose="020B0609020204030204" pitchFamily="49" charset="0"/>
              </a:rPr>
              <a:t>seçin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ve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yapay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zeka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müttefiklerinizi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toplayın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AYARLAR: </a:t>
            </a:r>
            <a:r>
              <a:rPr lang="fr-FR" sz="2000" dirty="0" err="1">
                <a:latin typeface="Consolas" panose="020B0609020204030204" pitchFamily="49" charset="0"/>
              </a:rPr>
              <a:t>Stratejinize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göre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zamanı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ve</a:t>
            </a:r>
            <a:r>
              <a:rPr lang="fr-FR" sz="2000" dirty="0">
                <a:latin typeface="Consolas" panose="020B0609020204030204" pitchFamily="49" charset="0"/>
              </a:rPr>
              <a:t> hava </a:t>
            </a:r>
            <a:r>
              <a:rPr lang="fr-FR" sz="2000" dirty="0" err="1">
                <a:latin typeface="Consolas" panose="020B0609020204030204" pitchFamily="49" charset="0"/>
              </a:rPr>
              <a:t>durumunu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ayarlayın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HEDEF: </a:t>
            </a:r>
            <a:r>
              <a:rPr lang="fr-FR" sz="2000" dirty="0" err="1">
                <a:latin typeface="Consolas" panose="020B0609020204030204" pitchFamily="49" charset="0"/>
              </a:rPr>
              <a:t>Dinamik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ve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birleştirilebilir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görevleri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etkinleştirin</a:t>
            </a:r>
            <a:r>
              <a:rPr lang="fr-FR" sz="2000" dirty="0">
                <a:latin typeface="Consolas" panose="020B0609020204030204" pitchFamily="49" charset="0"/>
              </a:rPr>
              <a:t> (</a:t>
            </a:r>
            <a:r>
              <a:rPr lang="fr-FR" sz="2000" dirty="0" err="1">
                <a:latin typeface="Consolas" panose="020B0609020204030204" pitchFamily="49" charset="0"/>
              </a:rPr>
              <a:t>suikast</a:t>
            </a:r>
            <a:r>
              <a:rPr lang="fr-FR" sz="2000" dirty="0">
                <a:latin typeface="Consolas" panose="020B0609020204030204" pitchFamily="49" charset="0"/>
              </a:rPr>
              <a:t>, </a:t>
            </a:r>
            <a:r>
              <a:rPr lang="fr-FR" sz="2000" dirty="0" err="1">
                <a:latin typeface="Consolas" panose="020B0609020204030204" pitchFamily="49" charset="0"/>
              </a:rPr>
              <a:t>imha</a:t>
            </a:r>
            <a:r>
              <a:rPr lang="fr-FR" sz="2000" dirty="0">
                <a:latin typeface="Consolas" panose="020B0609020204030204" pitchFamily="49" charset="0"/>
              </a:rPr>
              <a:t>...).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EYLEM: </a:t>
            </a:r>
            <a:r>
              <a:rPr lang="fr-FR" sz="2000" dirty="0" err="1">
                <a:latin typeface="Consolas" panose="020B0609020204030204" pitchFamily="49" charset="0"/>
              </a:rPr>
              <a:t>Konuşlanın</a:t>
            </a:r>
            <a:r>
              <a:rPr lang="fr-FR" sz="2000" dirty="0">
                <a:latin typeface="Consolas" panose="020B0609020204030204" pitchFamily="49" charset="0"/>
              </a:rPr>
              <a:t>, </a:t>
            </a:r>
            <a:r>
              <a:rPr lang="fr-FR" sz="2000" dirty="0" err="1">
                <a:latin typeface="Consolas" panose="020B0609020204030204" pitchFamily="49" charset="0"/>
              </a:rPr>
              <a:t>savaşın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ve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Karargah’a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dönün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  <a:r>
              <a:rPr lang="fr-FR" sz="2000" dirty="0" err="1">
                <a:latin typeface="Consolas" panose="020B0609020204030204" pitchFamily="49" charset="0"/>
              </a:rPr>
              <a:t>Temel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modlarla</a:t>
            </a:r>
            <a:r>
              <a:rPr lang="fr-FR" sz="2000" dirty="0">
                <a:latin typeface="Consolas" panose="020B0609020204030204" pitchFamily="49" charset="0"/>
              </a:rPr>
              <a:t> UYUMLULUK: RHS, CUP, TMT, R3F, </a:t>
            </a:r>
            <a:r>
              <a:rPr lang="fr-FR" sz="2000" dirty="0" err="1">
                <a:latin typeface="Consolas" panose="020B0609020204030204" pitchFamily="49" charset="0"/>
              </a:rPr>
              <a:t>BWMod</a:t>
            </a:r>
            <a:r>
              <a:rPr lang="fr-FR" sz="2000" dirty="0">
                <a:latin typeface="Consolas" panose="020B0609020204030204" pitchFamily="49" charset="0"/>
              </a:rPr>
              <a:t>, FFAA, VME PLA, </a:t>
            </a:r>
            <a:r>
              <a:rPr lang="fr-FR" sz="2000" dirty="0" err="1">
                <a:latin typeface="Consolas" panose="020B0609020204030204" pitchFamily="49" charset="0"/>
              </a:rPr>
              <a:t>NIArms</a:t>
            </a:r>
            <a:r>
              <a:rPr lang="fr-FR" sz="2000" dirty="0">
                <a:latin typeface="Consolas" panose="020B0609020204030204" pitchFamily="49" charset="0"/>
              </a:rPr>
              <a:t>...</a:t>
            </a:r>
            <a:endParaRPr lang="fr-FR" sz="20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0781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447253" y="937120"/>
            <a:ext cx="6096000" cy="483209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</a:t>
            </a:r>
          </a:p>
          <a:p>
            <a:r>
              <a:rPr lang="fr-FR" sz="2000" dirty="0">
                <a:latin typeface="Consolas" panose="020B0609020204030204" pitchFamily="49" charset="0"/>
              </a:rPr>
              <a:t>Gérez vos opérations de A à Z depuis le QG. Solo ou Coop (1-10 joueurs). La boucle de jeu :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EQUIPEMENENT : </a:t>
            </a:r>
            <a:r>
              <a:rPr lang="fr-FR" sz="2000" dirty="0">
                <a:latin typeface="Consolas" panose="020B0609020204030204" pitchFamily="49" charset="0"/>
              </a:rPr>
              <a:t>Choisissez armes, véhicules (sol/air) et recrutez vos alliés IA.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PARAMETRES : </a:t>
            </a:r>
            <a:r>
              <a:rPr lang="fr-FR" sz="2000" dirty="0">
                <a:latin typeface="Consolas" panose="020B0609020204030204" pitchFamily="49" charset="0"/>
              </a:rPr>
              <a:t>Réglez </a:t>
            </a:r>
            <a:r>
              <a:rPr lang="fr-FR" sz="2000" dirty="0" err="1">
                <a:latin typeface="Consolas" panose="020B0609020204030204" pitchFamily="49" charset="0"/>
              </a:rPr>
              <a:t>l&amp;apos;heure</a:t>
            </a:r>
            <a:r>
              <a:rPr lang="fr-FR" sz="2000" dirty="0">
                <a:latin typeface="Consolas" panose="020B0609020204030204" pitchFamily="49" charset="0"/>
              </a:rPr>
              <a:t> et la météo selon votre stratégie.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OBJECTIF : </a:t>
            </a:r>
            <a:r>
              <a:rPr lang="fr-FR" sz="2000" dirty="0">
                <a:latin typeface="Consolas" panose="020B0609020204030204" pitchFamily="49" charset="0"/>
              </a:rPr>
              <a:t>Activez des missions dynamiques et cumulables (assassinat, destruction...).  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ACTION : </a:t>
            </a:r>
            <a:r>
              <a:rPr lang="fr-FR" sz="2000" dirty="0">
                <a:latin typeface="Consolas" panose="020B0609020204030204" pitchFamily="49" charset="0"/>
              </a:rPr>
              <a:t>Déployez-vous, combattez et revenez au QG. COMPATIBILITE avec les mods incontournables : RHS, CUP, TMT, R3F, </a:t>
            </a:r>
            <a:r>
              <a:rPr lang="fr-FR" sz="2000" dirty="0" err="1">
                <a:latin typeface="Consolas" panose="020B0609020204030204" pitchFamily="49" charset="0"/>
              </a:rPr>
              <a:t>BWMod</a:t>
            </a:r>
            <a:r>
              <a:rPr lang="fr-FR" sz="2000" dirty="0">
                <a:latin typeface="Consolas" panose="020B0609020204030204" pitchFamily="49" charset="0"/>
              </a:rPr>
              <a:t>, FFAA, VME PLA, </a:t>
            </a:r>
            <a:r>
              <a:rPr lang="fr-FR" sz="2000" dirty="0" err="1">
                <a:latin typeface="Consolas" panose="020B0609020204030204" pitchFamily="49" charset="0"/>
              </a:rPr>
              <a:t>NIArms</a:t>
            </a:r>
            <a:r>
              <a:rPr lang="fr-FR" sz="2000" dirty="0">
                <a:latin typeface="Consolas" panose="020B0609020204030204" pitchFamily="49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311308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869049"/>
            <a:ext cx="6096000" cy="513986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de-DE" sz="2000" dirty="0">
                <a:latin typeface="Consolas" panose="020B0609020204030204" pitchFamily="49" charset="0"/>
              </a:rPr>
              <a:t>Verwalten Sie Ihre Operationen von A bis Z vom HQ aus. Einzelspieler oder Koop (1-10 Spieler). Der Spielablauf: </a:t>
            </a:r>
          </a:p>
          <a:p>
            <a:r>
              <a:rPr lang="de-DE" sz="2000" dirty="0">
                <a:solidFill>
                  <a:srgbClr val="FFC000"/>
                </a:solidFill>
                <a:latin typeface="Consolas" panose="020B0609020204030204" pitchFamily="49" charset="0"/>
              </a:rPr>
              <a:t>AUSRÜSTUNG: </a:t>
            </a:r>
            <a:r>
              <a:rPr lang="de-DE" sz="2000" dirty="0">
                <a:latin typeface="Consolas" panose="020B0609020204030204" pitchFamily="49" charset="0"/>
              </a:rPr>
              <a:t>Wählen Sie Waffen, Fahrzeuge (Boden/Luft) und rekrutieren Sie Ihre KI-Verbündeten.</a:t>
            </a:r>
          </a:p>
          <a:p>
            <a:r>
              <a:rPr lang="de-DE" sz="2000" dirty="0">
                <a:solidFill>
                  <a:srgbClr val="FFC000"/>
                </a:solidFill>
                <a:latin typeface="Consolas" panose="020B0609020204030204" pitchFamily="49" charset="0"/>
              </a:rPr>
              <a:t>EINSTELLUNGEN: </a:t>
            </a:r>
            <a:r>
              <a:rPr lang="de-DE" sz="2000" dirty="0">
                <a:latin typeface="Consolas" panose="020B0609020204030204" pitchFamily="49" charset="0"/>
              </a:rPr>
              <a:t>Stellen Sie Zeit und Wetter entsprechend Ihrer Strategie ein. </a:t>
            </a:r>
          </a:p>
          <a:p>
            <a:r>
              <a:rPr lang="de-DE" sz="2000" dirty="0">
                <a:solidFill>
                  <a:srgbClr val="FFC000"/>
                </a:solidFill>
                <a:latin typeface="Consolas" panose="020B0609020204030204" pitchFamily="49" charset="0"/>
              </a:rPr>
              <a:t>ZIEL: </a:t>
            </a:r>
            <a:r>
              <a:rPr lang="de-DE" sz="2000" dirty="0">
                <a:latin typeface="Consolas" panose="020B0609020204030204" pitchFamily="49" charset="0"/>
              </a:rPr>
              <a:t>Aktivieren Sie dynamische und stapelbare Missionen (Attentat, Zerstörung...).</a:t>
            </a:r>
          </a:p>
          <a:p>
            <a:r>
              <a:rPr lang="de-DE" sz="2000" dirty="0">
                <a:solidFill>
                  <a:srgbClr val="FFC000"/>
                </a:solidFill>
                <a:latin typeface="Consolas" panose="020B0609020204030204" pitchFamily="49" charset="0"/>
              </a:rPr>
              <a:t>AKTION: </a:t>
            </a:r>
            <a:r>
              <a:rPr lang="de-DE" sz="2000" dirty="0">
                <a:latin typeface="Consolas" panose="020B0609020204030204" pitchFamily="49" charset="0"/>
              </a:rPr>
              <a:t>Einsatz, Kampf und Rückkehr zum HQ. KOMPATIBILITÄT mit unverzichtbaren Mods: RHS, CUP, TMT, R3F, BWMod, FFAA, VME PLA, NIArms...&lt;/German&gt;</a:t>
            </a:r>
          </a:p>
        </p:txBody>
      </p:sp>
    </p:spTree>
    <p:extLst>
      <p:ext uri="{BB962C8B-B14F-4D97-AF65-F5344CB8AC3E}">
        <p14:creationId xmlns:p14="http://schemas.microsoft.com/office/powerpoint/2010/main" val="935543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869049"/>
            <a:ext cx="6096000" cy="513986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es-ES" sz="2000" dirty="0">
                <a:latin typeface="Consolas" panose="020B0609020204030204" pitchFamily="49" charset="0"/>
              </a:rPr>
              <a:t>Gestiona tus operaciones de la A </a:t>
            </a:r>
            <a:r>
              <a:rPr lang="es-ES" sz="2000" dirty="0" err="1">
                <a:latin typeface="Consolas" panose="020B0609020204030204" pitchFamily="49" charset="0"/>
              </a:rPr>
              <a:t>a</a:t>
            </a:r>
            <a:r>
              <a:rPr lang="es-ES" sz="2000" dirty="0">
                <a:latin typeface="Consolas" panose="020B0609020204030204" pitchFamily="49" charset="0"/>
              </a:rPr>
              <a:t> la Z desde el Cuartel General. Solo o Cooperativo (1-10 jugadores). El ciclo de juego: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EQUIPAMIENTO: </a:t>
            </a:r>
            <a:r>
              <a:rPr lang="es-ES" sz="2000" dirty="0">
                <a:latin typeface="Consolas" panose="020B0609020204030204" pitchFamily="49" charset="0"/>
              </a:rPr>
              <a:t>Elige armas, vehículos (tierra/aire) y recluta a tus aliados de la IA.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AJUSTES: </a:t>
            </a:r>
            <a:r>
              <a:rPr lang="es-ES" sz="2000" dirty="0">
                <a:latin typeface="Consolas" panose="020B0609020204030204" pitchFamily="49" charset="0"/>
              </a:rPr>
              <a:t>Configura la hora y el clima según tu estrategia.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OBJETIVO: </a:t>
            </a:r>
            <a:r>
              <a:rPr lang="es-ES" sz="2000" dirty="0">
                <a:latin typeface="Consolas" panose="020B0609020204030204" pitchFamily="49" charset="0"/>
              </a:rPr>
              <a:t>Activa misiones dinámicas y acumulables (asesinato, destrucción...).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ACCIÓN: </a:t>
            </a:r>
            <a:r>
              <a:rPr lang="es-ES" sz="2000" dirty="0">
                <a:latin typeface="Consolas" panose="020B0609020204030204" pitchFamily="49" charset="0"/>
              </a:rPr>
              <a:t>Despliégate, combate y regresa al Cuartel General. COMPATIBILIDAD con mods imprescindibles: RHS, CUP, TMT, R3F, </a:t>
            </a:r>
            <a:r>
              <a:rPr lang="es-ES" sz="2000" dirty="0" err="1">
                <a:latin typeface="Consolas" panose="020B0609020204030204" pitchFamily="49" charset="0"/>
              </a:rPr>
              <a:t>BWMod</a:t>
            </a:r>
            <a:r>
              <a:rPr lang="es-ES" sz="2000" dirty="0">
                <a:latin typeface="Consolas" panose="020B0609020204030204" pitchFamily="49" charset="0"/>
              </a:rPr>
              <a:t>, FFAA, VME PLA, </a:t>
            </a:r>
            <a:r>
              <a:rPr lang="es-ES" sz="2000" dirty="0" err="1">
                <a:latin typeface="Consolas" panose="020B0609020204030204" pitchFamily="49" charset="0"/>
              </a:rPr>
              <a:t>NIArms</a:t>
            </a:r>
            <a:r>
              <a:rPr lang="es-ES" sz="2000" dirty="0">
                <a:latin typeface="Consolas" panose="020B0609020204030204" pitchFamily="49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084989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1091008"/>
            <a:ext cx="6096000" cy="446276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4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it-IT" sz="2000" dirty="0">
                <a:latin typeface="Consolas" panose="020B0609020204030204" pitchFamily="49" charset="0"/>
              </a:rPr>
              <a:t>Gestisci le tue operazioni dalla A alla Z dal QG. Singolo o Coop (1-10 giocatori). Il ciclo di gioco: </a:t>
            </a:r>
          </a:p>
          <a:p>
            <a:r>
              <a:rPr lang="it-IT" sz="2000" dirty="0">
                <a:solidFill>
                  <a:srgbClr val="FFC000"/>
                </a:solidFill>
                <a:latin typeface="Consolas" panose="020B0609020204030204" pitchFamily="49" charset="0"/>
              </a:rPr>
              <a:t>EQUIPAGGIAMENTO: </a:t>
            </a:r>
            <a:r>
              <a:rPr lang="it-IT" sz="2000" dirty="0">
                <a:latin typeface="Consolas" panose="020B0609020204030204" pitchFamily="49" charset="0"/>
              </a:rPr>
              <a:t>Scegli armi, veicoli (terra/aria) e recluta i tuoi alleati IA. </a:t>
            </a:r>
          </a:p>
          <a:p>
            <a:r>
              <a:rPr lang="it-IT" sz="2000" dirty="0">
                <a:solidFill>
                  <a:srgbClr val="FFC000"/>
                </a:solidFill>
                <a:latin typeface="Consolas" panose="020B0609020204030204" pitchFamily="49" charset="0"/>
              </a:rPr>
              <a:t>IMPOSTAZIONI: </a:t>
            </a:r>
            <a:r>
              <a:rPr lang="it-IT" sz="2000" dirty="0">
                <a:latin typeface="Consolas" panose="020B0609020204030204" pitchFamily="49" charset="0"/>
              </a:rPr>
              <a:t>Regola l&amp;apos;ora e il meteo secondo la tua strategia. </a:t>
            </a:r>
          </a:p>
          <a:p>
            <a:r>
              <a:rPr lang="it-IT" sz="2000" dirty="0">
                <a:solidFill>
                  <a:srgbClr val="FFC000"/>
                </a:solidFill>
                <a:latin typeface="Consolas" panose="020B0609020204030204" pitchFamily="49" charset="0"/>
              </a:rPr>
              <a:t>OBIETTIVO: </a:t>
            </a:r>
            <a:r>
              <a:rPr lang="it-IT" sz="2000" dirty="0">
                <a:latin typeface="Consolas" panose="020B0609020204030204" pitchFamily="49" charset="0"/>
              </a:rPr>
              <a:t>Attiva missioni dinamiche e cumulabili (assassinio, distruzione...). </a:t>
            </a:r>
          </a:p>
          <a:p>
            <a:r>
              <a:rPr lang="it-IT" sz="2000" dirty="0">
                <a:solidFill>
                  <a:srgbClr val="FFC000"/>
                </a:solidFill>
                <a:latin typeface="Consolas" panose="020B0609020204030204" pitchFamily="49" charset="0"/>
              </a:rPr>
              <a:t>AZIONE: </a:t>
            </a:r>
            <a:r>
              <a:rPr lang="it-IT" sz="2000" dirty="0">
                <a:latin typeface="Consolas" panose="020B0609020204030204" pitchFamily="49" charset="0"/>
              </a:rPr>
              <a:t>Schieramento, combattimento e ritorno al QG. COMPATIBILITÀ con mod essenziali: RHS, CUP, TMT, R3F, BWMod, FFAA, VME PLA, NIArms...&lt;/Italian&gt;</a:t>
            </a:r>
          </a:p>
        </p:txBody>
      </p:sp>
    </p:spTree>
    <p:extLst>
      <p:ext uri="{BB962C8B-B14F-4D97-AF65-F5344CB8AC3E}">
        <p14:creationId xmlns:p14="http://schemas.microsoft.com/office/powerpoint/2010/main" val="1728534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869049"/>
            <a:ext cx="6096000" cy="513986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ru-RU" sz="2000" dirty="0">
                <a:latin typeface="Consolas" panose="020B0609020204030204" pitchFamily="49" charset="0"/>
              </a:rPr>
              <a:t>Управляйте своими операциями от А до Я из штаба. Одиночная или кооперативная игра (1-10 игроков). Игровой цикл: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ru-RU" sz="2000" dirty="0">
                <a:solidFill>
                  <a:srgbClr val="FFC000"/>
                </a:solidFill>
                <a:latin typeface="Consolas" panose="020B0609020204030204" pitchFamily="49" charset="0"/>
              </a:rPr>
              <a:t>СНАРЯЖЕНИЕ: </a:t>
            </a:r>
            <a:r>
              <a:rPr lang="ru-RU" sz="2000" dirty="0">
                <a:latin typeface="Consolas" panose="020B0609020204030204" pitchFamily="49" charset="0"/>
              </a:rPr>
              <a:t>Выбирайте оружие, технику (наземную/воздушную) и нанимайте союзников ИИ.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ru-RU" sz="2000" dirty="0">
                <a:solidFill>
                  <a:srgbClr val="FFC000"/>
                </a:solidFill>
                <a:latin typeface="Consolas" panose="020B0609020204030204" pitchFamily="49" charset="0"/>
              </a:rPr>
              <a:t>НАСТРОЙКИ: </a:t>
            </a:r>
            <a:r>
              <a:rPr lang="ru-RU" sz="2000" dirty="0">
                <a:latin typeface="Consolas" panose="020B0609020204030204" pitchFamily="49" charset="0"/>
              </a:rPr>
              <a:t>Настраивайте время и погоду в соответствии с вашей стратегией.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ru-RU" sz="2000" dirty="0">
                <a:solidFill>
                  <a:srgbClr val="FFC000"/>
                </a:solidFill>
                <a:latin typeface="Consolas" panose="020B0609020204030204" pitchFamily="49" charset="0"/>
              </a:rPr>
              <a:t>ЦЕЛЬ: </a:t>
            </a:r>
            <a:r>
              <a:rPr lang="ru-RU" sz="2000" dirty="0">
                <a:latin typeface="Consolas" panose="020B0609020204030204" pitchFamily="49" charset="0"/>
              </a:rPr>
              <a:t>Активируйте динамические и суммируемые миссии (убийство, уничтожение...).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ru-RU" sz="2000" dirty="0">
                <a:solidFill>
                  <a:srgbClr val="FFC000"/>
                </a:solidFill>
                <a:latin typeface="Consolas" panose="020B0609020204030204" pitchFamily="49" charset="0"/>
              </a:rPr>
              <a:t>ДЕЙСТВИЕ: </a:t>
            </a:r>
            <a:r>
              <a:rPr lang="ru-RU" sz="2000" dirty="0">
                <a:latin typeface="Consolas" panose="020B0609020204030204" pitchFamily="49" charset="0"/>
              </a:rPr>
              <a:t>Развертывание, бой и возвращение в штаб. СОВМЕСТИМОСТЬ с основными модами: RHS, CUP, TMT, R3F, BWMod, FFAA, VME PLA, NIArms…</a:t>
            </a:r>
          </a:p>
        </p:txBody>
      </p:sp>
    </p:spTree>
    <p:extLst>
      <p:ext uri="{BB962C8B-B14F-4D97-AF65-F5344CB8AC3E}">
        <p14:creationId xmlns:p14="http://schemas.microsoft.com/office/powerpoint/2010/main" val="2977158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766732"/>
            <a:ext cx="6096000" cy="5447645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es-ES" sz="2000" dirty="0">
                <a:latin typeface="Consolas" panose="020B0609020204030204" pitchFamily="49" charset="0"/>
              </a:rPr>
              <a:t>Gestiona tus operaciones de la A </a:t>
            </a:r>
            <a:r>
              <a:rPr lang="es-ES" sz="2000" dirty="0" err="1">
                <a:latin typeface="Consolas" panose="020B0609020204030204" pitchFamily="49" charset="0"/>
              </a:rPr>
              <a:t>a</a:t>
            </a:r>
            <a:r>
              <a:rPr lang="es-ES" sz="2000" dirty="0">
                <a:latin typeface="Consolas" panose="020B0609020204030204" pitchFamily="49" charset="0"/>
              </a:rPr>
              <a:t> la Z desde el Cuartel General. Solo o Cooperativo (1-10 jugadores). El ciclo de juego: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EQUIPAMIENTO: </a:t>
            </a:r>
            <a:r>
              <a:rPr lang="es-ES" sz="2000" dirty="0">
                <a:latin typeface="Consolas" panose="020B0609020204030204" pitchFamily="49" charset="0"/>
              </a:rPr>
              <a:t>Elige armas, vehículos (tierra/aire) y recluta a tus aliados de la IA.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AJUSTES: </a:t>
            </a:r>
            <a:r>
              <a:rPr lang="es-ES" sz="2000" dirty="0">
                <a:latin typeface="Consolas" panose="020B0609020204030204" pitchFamily="49" charset="0"/>
              </a:rPr>
              <a:t>Configura la hora y el clima según tu estrategia.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OBJETIVO: </a:t>
            </a:r>
            <a:r>
              <a:rPr lang="es-ES" sz="2000" dirty="0">
                <a:latin typeface="Consolas" panose="020B0609020204030204" pitchFamily="49" charset="0"/>
              </a:rPr>
              <a:t>Activa misiones dinámicas y acumulables (asesinato, destrucción...). </a:t>
            </a:r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ACCIÓN: </a:t>
            </a:r>
            <a:r>
              <a:rPr lang="es-ES" sz="2000" dirty="0">
                <a:latin typeface="Consolas" panose="020B0609020204030204" pitchFamily="49" charset="0"/>
              </a:rPr>
              <a:t>Despliégate, combate y regresa al Cuartel General. </a:t>
            </a:r>
          </a:p>
          <a:p>
            <a:r>
              <a:rPr lang="es-ES" sz="2000" dirty="0">
                <a:latin typeface="Consolas" panose="020B0609020204030204" pitchFamily="49" charset="0"/>
              </a:rPr>
              <a:t>COMPATIBILIDAD con mods imprescindibles: RHS, CUP, TMT, R3F, </a:t>
            </a:r>
            <a:r>
              <a:rPr lang="es-ES" sz="2000" dirty="0" err="1">
                <a:latin typeface="Consolas" panose="020B0609020204030204" pitchFamily="49" charset="0"/>
              </a:rPr>
              <a:t>BWMod</a:t>
            </a:r>
            <a:r>
              <a:rPr lang="es-ES" sz="2000" dirty="0">
                <a:latin typeface="Consolas" panose="020B0609020204030204" pitchFamily="49" charset="0"/>
              </a:rPr>
              <a:t>, FFAA, VME PLA, </a:t>
            </a:r>
            <a:r>
              <a:rPr lang="es-ES" sz="2000" dirty="0" err="1">
                <a:latin typeface="Consolas" panose="020B0609020204030204" pitchFamily="49" charset="0"/>
              </a:rPr>
              <a:t>NIArms</a:t>
            </a:r>
            <a:r>
              <a:rPr lang="es-ES" sz="2000" dirty="0">
                <a:latin typeface="Consolas" panose="020B0609020204030204" pitchFamily="49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497612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869049"/>
            <a:ext cx="6096000" cy="513986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pl-PL" sz="2000" dirty="0">
                <a:latin typeface="Consolas" panose="020B0609020204030204" pitchFamily="49" charset="0"/>
              </a:rPr>
              <a:t>Zarządzaj operacjami od A do Z z Kwatery Głównej. Solo lub Kooperacja (1-10 graczy). Pętla gry: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pl-PL" sz="2000" dirty="0">
                <a:solidFill>
                  <a:srgbClr val="FFC000"/>
                </a:solidFill>
                <a:latin typeface="Consolas" panose="020B0609020204030204" pitchFamily="49" charset="0"/>
              </a:rPr>
              <a:t>WYPOSAŻENIE: </a:t>
            </a:r>
            <a:r>
              <a:rPr lang="pl-PL" sz="2000" dirty="0">
                <a:latin typeface="Consolas" panose="020B0609020204030204" pitchFamily="49" charset="0"/>
              </a:rPr>
              <a:t>Wybierz broń, pojazdy (lądowe/powietrzne) i rekrutuj sojuszników AI.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pl-PL" sz="2000" dirty="0">
                <a:solidFill>
                  <a:srgbClr val="FFC000"/>
                </a:solidFill>
                <a:latin typeface="Consolas" panose="020B0609020204030204" pitchFamily="49" charset="0"/>
              </a:rPr>
              <a:t>USTAWIENIA: </a:t>
            </a:r>
            <a:r>
              <a:rPr lang="pl-PL" sz="2000" dirty="0">
                <a:latin typeface="Consolas" panose="020B0609020204030204" pitchFamily="49" charset="0"/>
              </a:rPr>
              <a:t>Dostosuj czas i pogodę do swojej strategii.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pl-PL" sz="2000" dirty="0">
                <a:solidFill>
                  <a:srgbClr val="FFC000"/>
                </a:solidFill>
                <a:latin typeface="Consolas" panose="020B0609020204030204" pitchFamily="49" charset="0"/>
              </a:rPr>
              <a:t>CEL: </a:t>
            </a:r>
            <a:r>
              <a:rPr lang="pl-PL" sz="2000" dirty="0">
                <a:latin typeface="Consolas" panose="020B0609020204030204" pitchFamily="49" charset="0"/>
              </a:rPr>
              <a:t>Aktywuj dynamiczne i możliwe do łączenia misje (zabójstwo, zniszczenie...).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pl-PL" sz="2000" dirty="0">
                <a:solidFill>
                  <a:srgbClr val="FFC000"/>
                </a:solidFill>
                <a:latin typeface="Consolas" panose="020B0609020204030204" pitchFamily="49" charset="0"/>
              </a:rPr>
              <a:t>AKCJA: </a:t>
            </a:r>
            <a:r>
              <a:rPr lang="pl-PL" sz="2000" dirty="0">
                <a:latin typeface="Consolas" panose="020B0609020204030204" pitchFamily="49" charset="0"/>
              </a:rPr>
              <a:t>Rozmieszczenie, walka i powrót do KG. KOMPATYBILNOŚĆ z niezbędnymi modami: RHS, CUP, TMT, R3F, BWMod, FFAA, VME PLA, NIArms...</a:t>
            </a:r>
          </a:p>
        </p:txBody>
      </p:sp>
    </p:spTree>
    <p:extLst>
      <p:ext uri="{BB962C8B-B14F-4D97-AF65-F5344CB8AC3E}">
        <p14:creationId xmlns:p14="http://schemas.microsoft.com/office/powerpoint/2010/main" val="3222598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50661" y="875565"/>
            <a:ext cx="6096000" cy="483209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fr-FR" sz="2000" dirty="0" err="1">
                <a:latin typeface="Consolas" panose="020B0609020204030204" pitchFamily="49" charset="0"/>
              </a:rPr>
              <a:t>Spravujte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své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operace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od</a:t>
            </a:r>
            <a:r>
              <a:rPr lang="fr-FR" sz="2000" dirty="0">
                <a:latin typeface="Consolas" panose="020B0609020204030204" pitchFamily="49" charset="0"/>
              </a:rPr>
              <a:t> A do Z </a:t>
            </a:r>
            <a:r>
              <a:rPr lang="fr-FR" sz="2000" dirty="0" err="1">
                <a:latin typeface="Consolas" panose="020B0609020204030204" pitchFamily="49" charset="0"/>
              </a:rPr>
              <a:t>z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velitelství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  <a:r>
              <a:rPr lang="fr-FR" sz="2000" dirty="0" err="1">
                <a:latin typeface="Consolas" panose="020B0609020204030204" pitchFamily="49" charset="0"/>
              </a:rPr>
              <a:t>Sólo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nebo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Kooperace</a:t>
            </a:r>
            <a:r>
              <a:rPr lang="fr-FR" sz="2000" dirty="0">
                <a:latin typeface="Consolas" panose="020B0609020204030204" pitchFamily="49" charset="0"/>
              </a:rPr>
              <a:t> (1-10 </a:t>
            </a:r>
            <a:r>
              <a:rPr lang="fr-FR" sz="2000" dirty="0" err="1">
                <a:latin typeface="Consolas" panose="020B0609020204030204" pitchFamily="49" charset="0"/>
              </a:rPr>
              <a:t>hráčů</a:t>
            </a:r>
            <a:r>
              <a:rPr lang="fr-FR" sz="2000" dirty="0">
                <a:latin typeface="Consolas" panose="020B0609020204030204" pitchFamily="49" charset="0"/>
              </a:rPr>
              <a:t>). </a:t>
            </a:r>
            <a:r>
              <a:rPr lang="fr-FR" sz="2000" dirty="0" err="1">
                <a:latin typeface="Consolas" panose="020B0609020204030204" pitchFamily="49" charset="0"/>
              </a:rPr>
              <a:t>Herní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smyčka</a:t>
            </a:r>
            <a:r>
              <a:rPr lang="fr-FR" sz="2000" dirty="0">
                <a:latin typeface="Consolas" panose="020B0609020204030204" pitchFamily="49" charset="0"/>
              </a:rPr>
              <a:t>: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VYBAVENÍ: </a:t>
            </a:r>
            <a:r>
              <a:rPr lang="fr-FR" sz="2000" dirty="0" err="1">
                <a:latin typeface="Consolas" panose="020B0609020204030204" pitchFamily="49" charset="0"/>
              </a:rPr>
              <a:t>Vyberte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zbraně</a:t>
            </a:r>
            <a:r>
              <a:rPr lang="fr-FR" sz="2000" dirty="0">
                <a:latin typeface="Consolas" panose="020B0609020204030204" pitchFamily="49" charset="0"/>
              </a:rPr>
              <a:t>, </a:t>
            </a:r>
            <a:r>
              <a:rPr lang="fr-FR" sz="2000" dirty="0" err="1">
                <a:latin typeface="Consolas" panose="020B0609020204030204" pitchFamily="49" charset="0"/>
              </a:rPr>
              <a:t>vozidla</a:t>
            </a:r>
            <a:r>
              <a:rPr lang="fr-FR" sz="2000" dirty="0">
                <a:latin typeface="Consolas" panose="020B0609020204030204" pitchFamily="49" charset="0"/>
              </a:rPr>
              <a:t> (</a:t>
            </a:r>
            <a:r>
              <a:rPr lang="fr-FR" sz="2000" dirty="0" err="1">
                <a:latin typeface="Consolas" panose="020B0609020204030204" pitchFamily="49" charset="0"/>
              </a:rPr>
              <a:t>pozemní</a:t>
            </a:r>
            <a:r>
              <a:rPr lang="fr-FR" sz="2000" dirty="0">
                <a:latin typeface="Consolas" panose="020B0609020204030204" pitchFamily="49" charset="0"/>
              </a:rPr>
              <a:t>/</a:t>
            </a:r>
            <a:r>
              <a:rPr lang="fr-FR" sz="2000" dirty="0" err="1">
                <a:latin typeface="Consolas" panose="020B0609020204030204" pitchFamily="49" charset="0"/>
              </a:rPr>
              <a:t>vzdušná</a:t>
            </a:r>
            <a:r>
              <a:rPr lang="fr-FR" sz="2000" dirty="0">
                <a:latin typeface="Consolas" panose="020B0609020204030204" pitchFamily="49" charset="0"/>
              </a:rPr>
              <a:t>) a </a:t>
            </a:r>
            <a:r>
              <a:rPr lang="fr-FR" sz="2000" dirty="0" err="1">
                <a:latin typeface="Consolas" panose="020B0609020204030204" pitchFamily="49" charset="0"/>
              </a:rPr>
              <a:t>naverbujte</a:t>
            </a:r>
            <a:r>
              <a:rPr lang="fr-FR" sz="2000" dirty="0">
                <a:latin typeface="Consolas" panose="020B0609020204030204" pitchFamily="49" charset="0"/>
              </a:rPr>
              <a:t> AI </a:t>
            </a:r>
            <a:r>
              <a:rPr lang="fr-FR" sz="2000" dirty="0" err="1">
                <a:latin typeface="Consolas" panose="020B0609020204030204" pitchFamily="49" charset="0"/>
              </a:rPr>
              <a:t>spojence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NASTAVENÍ: </a:t>
            </a:r>
            <a:r>
              <a:rPr lang="fr-FR" sz="2000" dirty="0" err="1">
                <a:latin typeface="Consolas" panose="020B0609020204030204" pitchFamily="49" charset="0"/>
              </a:rPr>
              <a:t>Upravte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čas</a:t>
            </a:r>
            <a:r>
              <a:rPr lang="fr-FR" sz="2000" dirty="0">
                <a:latin typeface="Consolas" panose="020B0609020204030204" pitchFamily="49" charset="0"/>
              </a:rPr>
              <a:t> a </a:t>
            </a:r>
            <a:r>
              <a:rPr lang="fr-FR" sz="2000" dirty="0" err="1">
                <a:latin typeface="Consolas" panose="020B0609020204030204" pitchFamily="49" charset="0"/>
              </a:rPr>
              <a:t>počasí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podle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své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strategie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CÍL: </a:t>
            </a:r>
            <a:r>
              <a:rPr lang="fr-FR" sz="2000" dirty="0" err="1">
                <a:latin typeface="Consolas" panose="020B0609020204030204" pitchFamily="49" charset="0"/>
              </a:rPr>
              <a:t>Aktivujte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dynamické</a:t>
            </a:r>
            <a:r>
              <a:rPr lang="fr-FR" sz="2000" dirty="0">
                <a:latin typeface="Consolas" panose="020B0609020204030204" pitchFamily="49" charset="0"/>
              </a:rPr>
              <a:t> a </a:t>
            </a:r>
            <a:r>
              <a:rPr lang="fr-FR" sz="2000" dirty="0" err="1">
                <a:latin typeface="Consolas" panose="020B0609020204030204" pitchFamily="49" charset="0"/>
              </a:rPr>
              <a:t>stohovatelné</a:t>
            </a:r>
            <a:r>
              <a:rPr lang="fr-FR" sz="2000" dirty="0">
                <a:latin typeface="Consolas" panose="020B0609020204030204" pitchFamily="49" charset="0"/>
              </a:rPr>
              <a:t> mise (</a:t>
            </a:r>
            <a:r>
              <a:rPr lang="fr-FR" sz="2000" dirty="0" err="1">
                <a:latin typeface="Consolas" panose="020B0609020204030204" pitchFamily="49" charset="0"/>
              </a:rPr>
              <a:t>atentát</a:t>
            </a:r>
            <a:r>
              <a:rPr lang="fr-FR" sz="2000" dirty="0">
                <a:latin typeface="Consolas" panose="020B0609020204030204" pitchFamily="49" charset="0"/>
              </a:rPr>
              <a:t>, </a:t>
            </a:r>
            <a:r>
              <a:rPr lang="fr-FR" sz="2000" dirty="0" err="1">
                <a:latin typeface="Consolas" panose="020B0609020204030204" pitchFamily="49" charset="0"/>
              </a:rPr>
              <a:t>zničení</a:t>
            </a:r>
            <a:r>
              <a:rPr lang="fr-FR" sz="2000" dirty="0">
                <a:latin typeface="Consolas" panose="020B0609020204030204" pitchFamily="49" charset="0"/>
              </a:rPr>
              <a:t>...).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AKCE: </a:t>
            </a:r>
            <a:r>
              <a:rPr lang="fr-FR" sz="2000" dirty="0" err="1">
                <a:latin typeface="Consolas" panose="020B0609020204030204" pitchFamily="49" charset="0"/>
              </a:rPr>
              <a:t>Nasadit</a:t>
            </a:r>
            <a:r>
              <a:rPr lang="fr-FR" sz="2000" dirty="0">
                <a:latin typeface="Consolas" panose="020B0609020204030204" pitchFamily="49" charset="0"/>
              </a:rPr>
              <a:t>, </a:t>
            </a:r>
            <a:r>
              <a:rPr lang="fr-FR" sz="2000" dirty="0" err="1">
                <a:latin typeface="Consolas" panose="020B0609020204030204" pitchFamily="49" charset="0"/>
              </a:rPr>
              <a:t>bojovat</a:t>
            </a:r>
            <a:r>
              <a:rPr lang="fr-FR" sz="2000" dirty="0">
                <a:latin typeface="Consolas" panose="020B0609020204030204" pitchFamily="49" charset="0"/>
              </a:rPr>
              <a:t> a </a:t>
            </a:r>
            <a:r>
              <a:rPr lang="fr-FR" sz="2000" dirty="0" err="1">
                <a:latin typeface="Consolas" panose="020B0609020204030204" pitchFamily="49" charset="0"/>
              </a:rPr>
              <a:t>vrátit</a:t>
            </a:r>
            <a:r>
              <a:rPr lang="fr-FR" sz="2000" dirty="0">
                <a:latin typeface="Consolas" panose="020B0609020204030204" pitchFamily="49" charset="0"/>
              </a:rPr>
              <a:t> se na </a:t>
            </a:r>
            <a:r>
              <a:rPr lang="fr-FR" sz="2000" dirty="0" err="1">
                <a:latin typeface="Consolas" panose="020B0609020204030204" pitchFamily="49" charset="0"/>
              </a:rPr>
              <a:t>velitelství</a:t>
            </a:r>
            <a:r>
              <a:rPr lang="fr-FR" sz="2000" dirty="0">
                <a:latin typeface="Consolas" panose="020B0609020204030204" pitchFamily="49" charset="0"/>
              </a:rPr>
              <a:t>. KOMPATIBILITA s </a:t>
            </a:r>
            <a:r>
              <a:rPr lang="fr-FR" sz="2000" dirty="0" err="1">
                <a:latin typeface="Consolas" panose="020B0609020204030204" pitchFamily="49" charset="0"/>
              </a:rPr>
              <a:t>nezbytnými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mody</a:t>
            </a:r>
            <a:r>
              <a:rPr lang="fr-FR" sz="2000" dirty="0">
                <a:latin typeface="Consolas" panose="020B0609020204030204" pitchFamily="49" charset="0"/>
              </a:rPr>
              <a:t>: RHS, CUP, TMT, R3F, </a:t>
            </a:r>
            <a:r>
              <a:rPr lang="fr-FR" sz="2000" dirty="0" err="1">
                <a:latin typeface="Consolas" panose="020B0609020204030204" pitchFamily="49" charset="0"/>
              </a:rPr>
              <a:t>BWMod</a:t>
            </a:r>
            <a:r>
              <a:rPr lang="fr-FR" sz="2000" dirty="0">
                <a:latin typeface="Consolas" panose="020B0609020204030204" pitchFamily="49" charset="0"/>
              </a:rPr>
              <a:t>, FFAA, VME PLA, </a:t>
            </a:r>
            <a:r>
              <a:rPr lang="fr-FR" sz="2000" dirty="0" err="1">
                <a:latin typeface="Consolas" panose="020B0609020204030204" pitchFamily="49" charset="0"/>
              </a:rPr>
              <a:t>NIArms</a:t>
            </a:r>
            <a:r>
              <a:rPr lang="fr-FR" sz="2000" dirty="0">
                <a:latin typeface="Consolas" panose="020B0609020204030204" pitchFamily="49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42041690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891546"/>
            <a:ext cx="6096000" cy="483209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zh-TW" altLang="fr-FR" sz="2800" dirty="0">
                <a:solidFill>
                  <a:srgbClr val="00B050"/>
                </a:solidFill>
              </a:rPr>
              <a:t> </a:t>
            </a:r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zh-TW" altLang="fr-FR" sz="2800" dirty="0"/>
              <a:t>從總部全權管理您的行動。單人或合作（</a:t>
            </a:r>
            <a:r>
              <a:rPr lang="fr-FR" altLang="zh-TW" sz="2800" dirty="0"/>
              <a:t>1-10 </a:t>
            </a:r>
            <a:r>
              <a:rPr lang="zh-TW" altLang="fr-FR" sz="2800" dirty="0"/>
              <a:t>名玩家）。遊戲循環：</a:t>
            </a:r>
            <a:endParaRPr lang="fr-FR" altLang="zh-TW" sz="2800" dirty="0"/>
          </a:p>
          <a:p>
            <a:r>
              <a:rPr lang="zh-TW" altLang="fr-FR" sz="2800" dirty="0">
                <a:solidFill>
                  <a:srgbClr val="FFC000"/>
                </a:solidFill>
              </a:rPr>
              <a:t>裝備</a:t>
            </a:r>
            <a:r>
              <a:rPr lang="zh-TW" altLang="fr-FR" sz="2800" dirty="0"/>
              <a:t>：選擇武器、載具（地面</a:t>
            </a:r>
            <a:r>
              <a:rPr lang="fr-FR" altLang="zh-TW" sz="2800" dirty="0"/>
              <a:t>/</a:t>
            </a:r>
            <a:r>
              <a:rPr lang="zh-TW" altLang="fr-FR" sz="2800" dirty="0"/>
              <a:t>空中）並招募 </a:t>
            </a:r>
            <a:r>
              <a:rPr lang="fr-FR" altLang="zh-TW" sz="2800" dirty="0"/>
              <a:t>AI </a:t>
            </a:r>
            <a:r>
              <a:rPr lang="zh-TW" altLang="fr-FR" sz="2800" dirty="0"/>
              <a:t>盟友。</a:t>
            </a:r>
            <a:endParaRPr lang="fr-FR" altLang="zh-TW" sz="2800" dirty="0"/>
          </a:p>
          <a:p>
            <a:r>
              <a:rPr lang="zh-TW" altLang="fr-FR" sz="2800" dirty="0">
                <a:solidFill>
                  <a:srgbClr val="FFC000"/>
                </a:solidFill>
              </a:rPr>
              <a:t>設置</a:t>
            </a:r>
            <a:r>
              <a:rPr lang="zh-TW" altLang="fr-FR" sz="2800" dirty="0"/>
              <a:t>：根據您的策略調整時間和天氣。</a:t>
            </a:r>
            <a:r>
              <a:rPr lang="zh-TW" altLang="fr-FR" sz="2800" dirty="0">
                <a:solidFill>
                  <a:srgbClr val="FFC000"/>
                </a:solidFill>
              </a:rPr>
              <a:t>目標</a:t>
            </a:r>
            <a:r>
              <a:rPr lang="zh-TW" altLang="fr-FR" sz="2800" dirty="0"/>
              <a:t>：啟動動態和可疊加的任務（暗殺、破壞</a:t>
            </a:r>
            <a:r>
              <a:rPr lang="fr-FR" altLang="zh-TW" sz="2800" dirty="0"/>
              <a:t>...</a:t>
            </a:r>
            <a:r>
              <a:rPr lang="zh-TW" altLang="fr-FR" sz="2800" dirty="0"/>
              <a:t>）。</a:t>
            </a:r>
            <a:endParaRPr lang="fr-FR" altLang="zh-TW" sz="2800" dirty="0"/>
          </a:p>
          <a:p>
            <a:r>
              <a:rPr lang="zh-TW" altLang="fr-FR" sz="2800" dirty="0">
                <a:solidFill>
                  <a:srgbClr val="FFC000"/>
                </a:solidFill>
              </a:rPr>
              <a:t>行動</a:t>
            </a:r>
            <a:r>
              <a:rPr lang="zh-TW" altLang="fr-FR" sz="2800" dirty="0"/>
              <a:t>：部署、戰鬥並返回總部。兼容必備模組：</a:t>
            </a:r>
            <a:r>
              <a:rPr lang="fr-FR" altLang="zh-TW" sz="2800" dirty="0"/>
              <a:t>RHS, CUP, TMT, R3F, </a:t>
            </a:r>
            <a:r>
              <a:rPr lang="fr-FR" altLang="zh-TW" sz="2800" dirty="0" err="1"/>
              <a:t>BWMod</a:t>
            </a:r>
            <a:r>
              <a:rPr lang="fr-FR" altLang="zh-TW" sz="2800" dirty="0"/>
              <a:t>, FFAA, VME PLA, </a:t>
            </a:r>
            <a:r>
              <a:rPr lang="fr-FR" altLang="zh-TW" sz="2800" dirty="0" err="1"/>
              <a:t>NIArms</a:t>
            </a:r>
            <a:r>
              <a:rPr lang="fr-FR" altLang="zh-TW" sz="2800" dirty="0"/>
              <a:t>...</a:t>
            </a:r>
            <a:endParaRPr lang="zh-TW" altLang="fr-FR" sz="2800" dirty="0"/>
          </a:p>
        </p:txBody>
      </p:sp>
    </p:spTree>
    <p:extLst>
      <p:ext uri="{BB962C8B-B14F-4D97-AF65-F5344CB8AC3E}">
        <p14:creationId xmlns:p14="http://schemas.microsoft.com/office/powerpoint/2010/main" val="17289966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351033" y="875565"/>
            <a:ext cx="6096000" cy="483209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zh-CN" altLang="fr-FR" sz="2800" dirty="0"/>
              <a:t>从总部全权管理您的行动。单人或合作（</a:t>
            </a:r>
            <a:r>
              <a:rPr lang="fr-FR" altLang="zh-CN" sz="2800" dirty="0"/>
              <a:t>1-10 </a:t>
            </a:r>
            <a:r>
              <a:rPr lang="zh-CN" altLang="fr-FR" sz="2800" dirty="0"/>
              <a:t>名玩家）。游戏循环：</a:t>
            </a:r>
            <a:endParaRPr lang="fr-FR" altLang="zh-CN" sz="2800" dirty="0"/>
          </a:p>
          <a:p>
            <a:r>
              <a:rPr lang="zh-CN" altLang="fr-FR" sz="2800" dirty="0">
                <a:solidFill>
                  <a:srgbClr val="FFC000"/>
                </a:solidFill>
              </a:rPr>
              <a:t>装备</a:t>
            </a:r>
            <a:r>
              <a:rPr lang="zh-CN" altLang="fr-FR" sz="2800" dirty="0"/>
              <a:t>：选择武器、载具（地面</a:t>
            </a:r>
            <a:r>
              <a:rPr lang="fr-FR" altLang="zh-CN" sz="2800" dirty="0"/>
              <a:t>/</a:t>
            </a:r>
            <a:r>
              <a:rPr lang="zh-CN" altLang="fr-FR" sz="2800" dirty="0"/>
              <a:t>空中）并招募 </a:t>
            </a:r>
            <a:r>
              <a:rPr lang="fr-FR" altLang="zh-CN" sz="2800" dirty="0"/>
              <a:t>AI </a:t>
            </a:r>
            <a:r>
              <a:rPr lang="zh-CN" altLang="fr-FR" sz="2800" dirty="0"/>
              <a:t>盟友。</a:t>
            </a:r>
            <a:endParaRPr lang="fr-FR" altLang="zh-CN" sz="2800" dirty="0"/>
          </a:p>
          <a:p>
            <a:r>
              <a:rPr lang="zh-CN" altLang="fr-FR" sz="2800" dirty="0">
                <a:solidFill>
                  <a:srgbClr val="FFC000"/>
                </a:solidFill>
              </a:rPr>
              <a:t>设置</a:t>
            </a:r>
            <a:r>
              <a:rPr lang="zh-CN" altLang="fr-FR" sz="2800" dirty="0"/>
              <a:t>：根据您的策略调整时间和天气。</a:t>
            </a:r>
            <a:endParaRPr lang="fr-FR" altLang="zh-CN" sz="2800" dirty="0"/>
          </a:p>
          <a:p>
            <a:r>
              <a:rPr lang="zh-CN" altLang="fr-FR" sz="2800" dirty="0">
                <a:solidFill>
                  <a:srgbClr val="FFC000"/>
                </a:solidFill>
              </a:rPr>
              <a:t>目标</a:t>
            </a:r>
            <a:r>
              <a:rPr lang="zh-CN" altLang="fr-FR" sz="2800" dirty="0"/>
              <a:t>：启动动态和可叠加的任务（暗杀、破坏</a:t>
            </a:r>
            <a:r>
              <a:rPr lang="fr-FR" altLang="zh-CN" sz="2800" dirty="0"/>
              <a:t>...</a:t>
            </a:r>
            <a:r>
              <a:rPr lang="zh-CN" altLang="fr-FR" sz="2800" dirty="0"/>
              <a:t>）。</a:t>
            </a:r>
            <a:endParaRPr lang="fr-FR" altLang="zh-CN" sz="2800" dirty="0"/>
          </a:p>
          <a:p>
            <a:r>
              <a:rPr lang="zh-CN" altLang="fr-FR" sz="2800" dirty="0">
                <a:solidFill>
                  <a:srgbClr val="FFC000"/>
                </a:solidFill>
              </a:rPr>
              <a:t>行动</a:t>
            </a:r>
            <a:r>
              <a:rPr lang="zh-CN" altLang="fr-FR" sz="2800" dirty="0"/>
              <a:t>：部署、战斗并返回总部。兼容必备模组：</a:t>
            </a:r>
            <a:r>
              <a:rPr lang="fr-FR" altLang="zh-CN" sz="2800" dirty="0"/>
              <a:t>RHS, CUP, TMT, R3F, </a:t>
            </a:r>
            <a:r>
              <a:rPr lang="fr-FR" altLang="zh-CN" sz="2800" dirty="0" err="1"/>
              <a:t>BWMod</a:t>
            </a:r>
            <a:r>
              <a:rPr lang="fr-FR" altLang="zh-CN" sz="2800" dirty="0"/>
              <a:t>, FFAA, VME PLA, </a:t>
            </a:r>
            <a:r>
              <a:rPr lang="fr-FR" altLang="zh-CN" sz="2800" dirty="0" err="1"/>
              <a:t>NIArms</a:t>
            </a:r>
            <a:r>
              <a:rPr lang="fr-FR" altLang="zh-CN" sz="2800" dirty="0"/>
              <a:t>...</a:t>
            </a:r>
            <a:endParaRPr lang="zh-CN" altLang="fr-FR" sz="2800" dirty="0"/>
          </a:p>
        </p:txBody>
      </p:sp>
    </p:spTree>
    <p:extLst>
      <p:ext uri="{BB962C8B-B14F-4D97-AF65-F5344CB8AC3E}">
        <p14:creationId xmlns:p14="http://schemas.microsoft.com/office/powerpoint/2010/main" val="50840117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115</TotalTime>
  <Words>1267</Words>
  <Application>Microsoft Office PowerPoint</Application>
  <PresentationFormat>Widescreen</PresentationFormat>
  <Paragraphs>73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新細明體</vt:lpstr>
      <vt:lpstr>宋体</vt:lpstr>
      <vt:lpstr>Arial</vt:lpstr>
      <vt:lpstr>Bahnschrift SemiBold Condensed</vt:lpstr>
      <vt:lpstr>Cascadia Code</vt:lpstr>
      <vt:lpstr>Century Gothic</vt:lpstr>
      <vt:lpstr>Consolas</vt:lpstr>
      <vt:lpstr>Haettenschweiler</vt:lpstr>
      <vt:lpstr>Mesh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Kevin Du Chevreuil</dc:creator>
  <cp:lastModifiedBy>Kevin Du Chevreuil</cp:lastModifiedBy>
  <cp:revision>26</cp:revision>
  <dcterms:created xsi:type="dcterms:W3CDTF">2025-12-28T21:51:04Z</dcterms:created>
  <dcterms:modified xsi:type="dcterms:W3CDTF">2025-12-31T02:18:33Z</dcterms:modified>
</cp:coreProperties>
</file>